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93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Warm open. Thank Charlotte and Kate. This round is about how I work, so I'll keep examples concrete and let them steer.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to ~60 seconds. Land the 'bridge between technical and business'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warm. Invite questions. Pause and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411480" cy="16459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Hi, I'm Moein.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 i="0">
                <a:solidFill>
                  <a:srgbClr val="EEF4FC"/>
                </a:solidFill>
              </a:rPr>
              <a:t>I'm a senior AI engineer who builds tools people actually use — and works closely with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E8B246"/>
                </a:solidFill>
              </a:rPr>
              <a:t>Here's how I think about success, data, working with people, and how I like to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EEF4FC"/>
                </a:solidFill>
              </a:rPr>
              <a:t>razavi.moein94@gmail.com  ·  linkedin.com/in/moein-razavi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GENERAL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A little 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858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3498A2"/>
                </a:solidFill>
              </a:rPr>
              <a:t>•  </a:t>
            </a:r>
            <a:r>
              <a:rPr sz="1500">
                <a:solidFill>
                  <a:srgbClr val="1C2436"/>
                </a:solidFill>
              </a:rPr>
              <a:t>I'm a senior AI/ML engineer. I have a Ph.D. from Texas A&amp;M, where I finished with a perfect 4.0 GPA.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3498A2"/>
                </a:solidFill>
              </a:rPr>
              <a:t>•  </a:t>
            </a:r>
            <a:r>
              <a:rPr sz="1500">
                <a:solidFill>
                  <a:srgbClr val="1C2436"/>
                </a:solidFill>
              </a:rPr>
              <a:t>For the last 5+ years I've built AI that real companies use every day. Right now I'm at Ford.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3498A2"/>
                </a:solidFill>
              </a:rPr>
              <a:t>•  </a:t>
            </a:r>
            <a:r>
              <a:rPr sz="1500">
                <a:solidFill>
                  <a:srgbClr val="1C2436"/>
                </a:solidFill>
              </a:rPr>
              <a:t>I don't just build a model and hand it off — I own the whole thing: the business problem, the model, and keeping it running well in production.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3498A2"/>
                </a:solidFill>
              </a:rPr>
              <a:t>•  </a:t>
            </a:r>
            <a:r>
              <a:rPr sz="1500">
                <a:solidFill>
                  <a:srgbClr val="1C2436"/>
                </a:solidFill>
              </a:rPr>
              <a:t>I'm comfortable in both worlds: I can do the deep technical work, and I can explain it clearly to people who aren't technical.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3498A2"/>
                </a:solidFill>
              </a:rPr>
              <a:t>•  </a:t>
            </a:r>
            <a:r>
              <a:rPr sz="1500">
                <a:solidFill>
                  <a:srgbClr val="1C2436"/>
                </a:solidFill>
              </a:rPr>
              <a:t>Three things I care about: making a real, measurable difference; earning people's trust; and actually shipping, not just demoing.</a:t>
            </a:r>
          </a:p>
        </p:txBody>
      </p:sp>
      <p:pic>
        <p:nvPicPr>
          <p:cNvPr id="7" name="Picture 6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377440"/>
            <a:ext cx="3749039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WHAT I'D LOVE TO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The questions you shared — my take on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48640" cy="868680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86584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Measuring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15768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know my work is actually helping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240280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8776" y="2240280"/>
            <a:ext cx="548640" cy="868680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8776" y="224028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2386584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Testing recommendation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715768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test recommendations fairly on past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55264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255264"/>
            <a:ext cx="548640" cy="868680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01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Using messy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30752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Turning text and documents into useful inputs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55264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08776" y="3255264"/>
            <a:ext cx="548640" cy="86868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3255264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3401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Choosing what to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3730752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Deciding which new features are worth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70248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270248"/>
            <a:ext cx="548640" cy="86868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270248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16552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Hard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45736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Disagreeing with senior people without losing trust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270248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8776" y="4270248"/>
            <a:ext cx="548640" cy="868680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08776" y="4270248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4416552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Prioritizing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0296" y="4745736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Turning lots of feedback into a clear plan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85232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5285232"/>
            <a:ext cx="548640" cy="868680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285232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431536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Working style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60720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work with a team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5285232"/>
            <a:ext cx="5340096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08776" y="5285232"/>
            <a:ext cx="548640" cy="868680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08776" y="5285232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0296" y="5431536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Agile vs waterfall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6" y="5760720"/>
            <a:ext cx="44256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65266"/>
                </a:solidFill>
              </a:rPr>
              <a:t>How I work — and helping the move to agile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QUESTION 1 · 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measure success in my current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465266"/>
                </a:solidFill>
              </a:rPr>
              <a:t>I look at three things, and all three have to be true.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Did the business get better?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My first question is simple: did the business actually improve because of my work?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Example: I helped cut the time to design a new pricing plan by about 20%.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Example: I made KPI reports come out 45% faster for over 500 people who rely on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Is the system healthy?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watch three things: speed, reliability, and cost.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cut the chatbot's response time by 35%.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My AI platform on Google Cloud stays up 99.9% of the time.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If a tool is slow, keeps breaking, or costs too much, it isn't really finished.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Do people use and trust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Are real people using it — and do they trust what it tells them?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My chatbot is used every day by teams in 10 US states.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People answer their own questions now, instead of waiting on a ticket.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Every answer is based on real data and double-checked, so people feel safe relying on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My simple rule: if no one uses a model or trusts it, it has failed — even if it is very accurate.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A4E"/>
                </a:solidFill>
              </a:rPr>
              <a:t>QUESTION 2 · RECOMMENDATION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test recommendation models on past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A recommendation is just a ranked list of suggestions, so I measure how good that order is — and I test it honestly.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0096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340096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48828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Which numbers I look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4882896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Did the top suggestions turn out to be the right ones? (Precision and Recall)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Are the best items near the top of the list, not buried lower down? (NDCG and MAP)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How far down the list is the first good suggestion? (MRR)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Is the list varied, or am I just showing everyone the same popular items? (coverage and diversity)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40280"/>
            <a:ext cx="5340096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08776" y="2240280"/>
            <a:ext cx="5340096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459736"/>
            <a:ext cx="48828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test it fairly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081528"/>
            <a:ext cx="4882896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train on older data and test on newer data — never mix them, or the test looks better than real life.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only let the model use the information it would have actually had at that moment in time.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Past clicks are biased because they came from the old system, so I correct for that (off-policy testing).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check each customer group on its own, so a good overall score can't hide a group it's failing.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Bottom line: testing on past data tells me what's promising, but a live A/B test is the real proof. The past-data test decides what's worth trying 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6050"/>
                </a:solidFill>
              </a:rPr>
              <a:t>QUESTION 3 · USING MESSY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Turning text and documents into useful model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'Unstructured data' just means messy information like text and documents. The goal is to turn it into clean, reliable inputs a model can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Where the useful information hides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PDF files, manuals, and contracts.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Support tickets, emails, and chat conversations.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Spreadsheets that look like tables but really aren't.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Photos and scanned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pull it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use an AI model to read the text and pull out specific facts into clean, fixed fields.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turn text into numbers so the model can compare and group similar things (embeddings).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pull out names, topics, and whether the tone is positive or negative.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ask 'does this document support a certain claim?' and use the answer as a signal.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Real examples from my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HOMELOAD: I turned messy utility files (PDF, XML, CSV) into 7 clean, standard columns.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Chatbot: one part reads Ford F-150 manuals and pulls out the exact answer.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 tool I built turns chaotic Excel sheets into clean, usable tables.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In every case I check the data, save versions, and watch it for changes over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246"/>
                </a:solidFill>
              </a:rPr>
              <a:t>QUESTION 4 · CHOOSING WHAT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Deciding which new features are worth the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Before building a feature, I weigh how much it helps against how much it truly costs — and I run a small test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Will it actually help?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First I run a quick, cheap test to see if the feature really improves the results.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check how much the model leans on it before building anything big.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If it doesn't improve the result, I don't build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What does it really cost?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count the cost to build it AND to keep it running — upkeep is the bill people forget.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Is the data easy to get, fresh, and dependable?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Could it leak information or create a compliance problem?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Can I rely on the source?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Will the data source change or break later? I prefer sources we control.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build the high-impact, low-effort features first.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If a feature stops being useful, I remove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I'd rather run a quick, cheap experiment than have a long debate — let the data decide what deserves a full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965A9E"/>
                </a:solidFill>
              </a:rPr>
              <a:t>QUESTION 5 · SENIOR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Hard conversations — without damaging the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disagree with the idea, never the person, and I keep it about the goal we both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Start with the shared goal  </a:t>
            </a:r>
            <a:r>
              <a:rPr sz="1200">
                <a:solidFill>
                  <a:srgbClr val="465266"/>
                </a:solidFill>
              </a:rPr>
              <a:t>— we both want the same outcome, so I begin there instead of defending my 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Bring data and choices  </a:t>
            </a:r>
            <a:r>
              <a:rPr sz="1200">
                <a:solidFill>
                  <a:srgbClr val="465266"/>
                </a:solidFill>
              </a:rPr>
              <a:t>— I don't just bring a problem — I bring options and explain the trade-offs in their terms: risk, cost,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Be honest, but private  </a:t>
            </a:r>
            <a:r>
              <a:rPr sz="1200">
                <a:solidFill>
                  <a:srgbClr val="465266"/>
                </a:solidFill>
              </a:rPr>
              <a:t>— I'll disagree with an idea openly, but I never make the person look bad.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0624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Listen first  </a:t>
            </a:r>
            <a:r>
              <a:rPr sz="1200">
                <a:solidFill>
                  <a:srgbClr val="465266"/>
                </a:solidFill>
              </a:rPr>
              <a:t>— I find out the real worry behind their request before I respond to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4632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Say 'no' with a plan  </a:t>
            </a:r>
            <a:r>
              <a:rPr sz="1200">
                <a:solidFill>
                  <a:srgbClr val="465266"/>
                </a:solidFill>
              </a:rPr>
              <a:t>— instead of just 'no,' I say 'not that — here's what I'd suggest instead, and why.'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864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solidFill>
            <a:srgbClr val="96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Put it in writing  </a:t>
            </a:r>
            <a:r>
              <a:rPr sz="1200">
                <a:solidFill>
                  <a:srgbClr val="465266"/>
                </a:solidFill>
              </a:rPr>
              <a:t>— I follow up in writing so they stay informed and are never surprised.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498A2"/>
                </a:solidFill>
              </a:rPr>
              <a:t>QUESTION 6 · PRIORITIZING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Turning a pile of feedback into a clear, ranked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The loudest person isn't automatically right, so I work through it in a simple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Group it, don't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First I group similar feedback into themes.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One loud request doesn't make it a priority.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look for the pattern that many people are pointing 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Score each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score each item by how much it helps, how many people it affects, how sure I am, and how much work it takes.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separate 'must fix' problems from 'nice to have' wishes.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tie every item back to the goal that matters most.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Agree and close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agree on the ranked list with stakeholders, so there are no surprises.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ship small pieces and check again after each one.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tell people what I did with their feedback — the step most people skip.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Telling people what happened with their feedback is what makes them keep giving you honest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A4E"/>
                </a:solidFill>
              </a:rPr>
              <a:t>QUESTION 7 · WORKING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work, and the role I usually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take ownership by default, and I keep everyone in the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The team setup I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Small teams where data, product, and engineering work side by side.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like owning a problem from start to finish, not passing it down a chain.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Quick, regular feedback from the people who actually use what we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The role I 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I'm the bridge: strong on the technical side, and comfortable talking to the business.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I'm often the 'glue' that connects the research and the real product.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I'm happy to lead a piece of work, or to put my head down and build as part of the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operate day to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write short documents so everyone can see why we made each decision.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show working demos early and often, instead of just talking about it.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B246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 over-communicate, because surprises break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6050"/>
                </a:solidFill>
              </a:rPr>
              <a:t>QUESTION 8 · AGILE VS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How I work, and helping a team move to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I work in agile today, I've used both, and AI work especially benefits from short, fast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483864" cy="73152"/>
          </a:xfrm>
          <a:prstGeom prst="rect">
            <a:avLst/>
          </a:prstGeom>
          <a:solidFill>
            <a:srgbClr val="E8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How I work today — 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At Ford I work in two-week sprints, with daily standups, demos, and retros.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We keep planning light and estimate the work as a team.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E86050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We release in small pieces so we get feedback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2240280"/>
            <a:ext cx="3483864" cy="73152"/>
          </a:xfrm>
          <a:prstGeom prst="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Why agile fits AI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AI is uncertain — you can't fully plan it on paper up front.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Short cycles and demos catch data problems early.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A4E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It's easier to keep what works and drop what doesn't.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240280"/>
            <a:ext cx="3483864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40280"/>
            <a:ext cx="3483864" cy="7315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45973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42A4E"/>
                </a:solidFill>
              </a:rPr>
              <a:t>Helping a team make the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081528"/>
            <a:ext cx="30266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I'd start with the habits that give the fastest feedback: regular demos and retros.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Keep the planning simple — don't copy rituals just for the sake of it.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3498A2"/>
                </a:solidFill>
              </a:rPr>
              <a:t>•  </a:t>
            </a:r>
            <a:r>
              <a:rPr sz="1150">
                <a:solidFill>
                  <a:srgbClr val="465266"/>
                </a:solidFill>
              </a:rPr>
              <a:t>I've worked both ways, so I can help make the change stick.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8815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8815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Agile isn't really about the meetings — it's about shortening the time between building something and learning whether it worked.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548640" cy="64008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246"/>
                </a:solidFill>
              </a:rPr>
              <a:t>QUESTIONS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42A4E"/>
                </a:solidFill>
              </a:rPr>
              <a:t>A few things I'd love to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65266"/>
                </a:solidFill>
              </a:rPr>
              <a:t>To understand how your team works day to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Success in this role  </a:t>
            </a:r>
            <a:r>
              <a:rPr sz="1200">
                <a:solidFill>
                  <a:srgbClr val="465266"/>
                </a:solidFill>
              </a:rPr>
              <a:t>— what would a great first 3 to 6 months look like to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Your team today  </a:t>
            </a:r>
            <a:r>
              <a:rPr sz="1200">
                <a:solidFill>
                  <a:srgbClr val="465266"/>
                </a:solidFill>
              </a:rPr>
              <a:t>— what do your data and AI tools and your daily workflow look like right now?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Recommendations  </a:t>
            </a:r>
            <a:r>
              <a:rPr sz="1200">
                <a:solidFill>
                  <a:srgbClr val="465266"/>
                </a:solidFill>
              </a:rPr>
              <a:t>— how do you measure whether a recommendation is good today — on past data, live, or both?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0624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Stakeholders  </a:t>
            </a:r>
            <a:r>
              <a:rPr sz="1200">
                <a:solidFill>
                  <a:srgbClr val="465266"/>
                </a:solidFill>
              </a:rPr>
              <a:t>— who are the main people you work with, and how does the team partner with them?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solidFill>
            <a:srgbClr val="E8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4632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142A4E"/>
                </a:solidFill>
              </a:rPr>
              <a:t>The move to agile  </a:t>
            </a:r>
            <a:r>
              <a:rPr sz="1200">
                <a:solidFill>
                  <a:srgbClr val="465266"/>
                </a:solidFill>
              </a:rPr>
              <a:t>— what's pushing the change to agile, and where has it been bumpy so far?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08792" cy="10972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6519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828C9E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188720" cy="164592"/>
          </a:xfrm>
          <a:prstGeom prst="rect">
            <a:avLst/>
          </a:prstGeom>
          <a:solidFill>
            <a:srgbClr val="349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8B246"/>
                </a:solidFill>
              </a:rPr>
              <a:t>I'd love to hear how your team works — and answer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4297680"/>
            <a:ext cx="7315200" cy="1691640"/>
          </a:xfrm>
          <a:prstGeom prst="roundRect">
            <a:avLst>
              <a:gd name="adj" fmla="val 4000"/>
            </a:avLst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38247" y="44622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8B246"/>
                </a:solidFill>
              </a:rPr>
              <a:t>MOEIN RAZAVI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247" y="4800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razavi.moein94@gmail.com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5166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EEF4FC"/>
                </a:solidFill>
              </a:rPr>
              <a:t>(979) 676-7486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247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EEF4FC"/>
                </a:solidFill>
              </a:rPr>
              <a:t>linkedin.com/in/moein-razavi  ·  github.com/moeinrazavi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2277</Words>
  <Application>Microsoft Macintosh PowerPoint</Application>
  <PresentationFormat>Widescreen</PresentationFormat>
  <Paragraphs>198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Razavi Ghods, Moein</cp:lastModifiedBy>
  <cp:revision>2</cp:revision>
  <dcterms:created xsi:type="dcterms:W3CDTF">2013-01-27T09:14:16Z</dcterms:created>
  <dcterms:modified xsi:type="dcterms:W3CDTF">2026-05-29T15:41:27Z</dcterms:modified>
  <cp:category/>
</cp:coreProperties>
</file>